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DeepSeek RAG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  <a:latin typeface="Calibri"/>
              </a:defRPr>
            </a:pPr>
            <a:r>
              <a:t>Detailed Project Overview, Architecture, Retrieval Strategy, and Deployment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What a RAG chatbot is and why it matters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Project goals and feature set in this repository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Architecture and end-to-end request flow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Implementation details: ingestion, retrieval, GraphRAG, reranking, LLM routing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Deployment options, configuration, limitations,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What Is A RAG Chatbot?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RAG = Retrieval-Augmented Generation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Retrieval fetches relevant context from your documents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Generation uses an LLM to produce grounded answers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Why it is useful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Reduces hallucinations by grounding responses in sources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Works with private/domain-specific data without full model retraining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Faster iteration than fine-tuning for most document Q&amp;A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RAG Lifecycle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1. Ingest documents (PDF, DOCX, TXT)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2. Split into chunks and compute embeddings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3. Index chunks in retrieval stores (lexical + vector)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4. Retrieve candidates for a user question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5. Rerank best contexts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6. Ask LLM to answer using only retrieved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Project Goals In This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Deliver a local-first, practical RAG chatbot with modern retrieval quality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Support both local and online generation providers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Ollama for local/offline use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NVIDIA OpenAI-compatible endpoint for hosted inference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Improve answer quality through hybrid retrieval + reranking + graph signals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Provide interactive Streamlit UI for non-technical and technical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" name="Picture 2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692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  <a:latin typeface="Calibri"/>
              </a:defRPr>
            </a:pPr>
            <a:r>
              <a:t>Generated from the repository implementation (Streamlit UI, Hybrid Retrieval, GraphRAG, and dual LLM providers).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Main Application Layer (app.py)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Handles UI, chat interaction, and runtime controls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Document upload and processing triggers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Toggle switches: RAG, HyDE, GraphRAG, neural reranking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Temperature and context-count controls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Maintains session state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Chat history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Retrieval pipeline object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Selected LLM provider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Streams responses token-by-token to improve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Document Ingestion (utils/doc_handler.py)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Parsers/loaders used by file type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PDF: PyPDFLoader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DOCX: Docx2txtLoader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TXT: TextLoader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Chunking strategy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CharacterTextSplitter with chunk_size=1000 and overlap=200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Indexes built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FAISS vector store from embeddings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BM25 lexical retriever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Knowledge graph from extracted entities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Hybrid Retrieval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Repository combines two retrieval paradigms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BM25 for lexical precision and keyword-heavy queries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FAISS for semantic similarity search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Ensemble retriever merges both with weighted voting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Configured weights in code: BM25=0.4, FAISS=0.6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Benefit: more robust retrieval across different question styles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GraphRAG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Knowledge graph built from chunk text in utils/build_graph.py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Detects capitalized entities and creates edges between nearby entities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Filters generic terms via stopword and token heuristics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At query-time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Matches graph nodes by token overlap with query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Returns neighbor nodes as extra context candidates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Goal: capture relational signals that lexical/vector search may miss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HyDE + Neural Reranking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HyDE (Hypothetical Document Embeddings)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Generates a hypothetical answer from the query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Uses that enriched text to improve retrieval recall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Neural reranking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CrossEncoder scores (query, candidate_chunk) pairs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Reorders candidates by relevance before context is sent to LLM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Result: better context quality and usually better final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Dual LLM Provider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Provider options in UI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Ollama local models for privacy/offline usage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NVIDIA API for hosted, scalable inference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Runtime behavior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NVIDIA selected if API key is configured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Fallback/alternative to Ollama available via sidebar switch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Both paths use streamed generation for responsiveness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Prompting and Answer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System prompt enforces direct and concise output style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Includes both conversation memory and retrieved context snippets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If context is insufficient, assistant is instructed to ask follow-up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Generation parameters exposed in UI (temperature, context count)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Configuration and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Core environment variables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OLLAMA_API_URL, MODEL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NVIDIA_API_KEY, NVIDIA_BASE_URL, NVIDIA_MODEL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Reference files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.env.example for template values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SETUP_NVIDIA.md for hosted-provider setup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Dependency manifest: requirements.txt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Option 1: Local Python + Streamlit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Best for development and direct debugging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Option 2: Docker container for app + host Ollama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docker-compose.yml points app to host.docker.internal:11434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Option 3: NVIDIA API mode (no local LLM required)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Useful when local hardware is constrained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Strengths of Current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Good retrieval quality stack for a compact app</a:t>
            </a:r>
          </a:p>
          <a:p>
            <a:pPr lvl="1">
              <a:defRPr sz="1700">
                <a:solidFill>
                  <a:srgbClr val="1E293B"/>
                </a:solidFill>
                <a:latin typeface="Calibri"/>
              </a:defRPr>
            </a:pPr>
            <a:r>
              <a:t>Hybrid search + graph augmentation + reranking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Flexible provider choice (local and hosted)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Streamlit UX is easy to operate for quick experimentation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Clear modular structure in utils/ for retrieval concerns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Current Gaps /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No persistent storage layer for long-term indexing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Knowledge graph extraction is heuristic (not ontology-aware)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No automated test suite included in repository snapshot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Limited observability and quality metrics in current UI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Scale/performance can vary with document size and model choice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Recommended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Add source citations with chunk-level provenance display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Persist vector index + metadata in durable storage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Introduce evaluation harness (retrieval precision + answer faithfulness)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Add authentication and tenant isolation for multi-user scenarios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Expand graph extraction with NER/relationship models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Implement CI tests for ingestion and retrieval regressions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Internal knowledge assistant for teams and documentation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Policy/procedure Q&amp;A over private enterprise files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Research summarization and cross-document insight extraction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Educational tutor over custom class/course content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This project is a practical, local-first RAG chatbot with modern retrieval layers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It combines lexical, vector, graph, and neural ranking signals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It supports both privacy-focused local inference and cloud-style hosted inference</a:t>
            </a:r>
          </a:p>
          <a:p>
            <a:pPr>
              <a:defRPr sz="2000">
                <a:solidFill>
                  <a:srgbClr val="1E293B"/>
                </a:solidFill>
                <a:latin typeface="Calibri"/>
              </a:defRPr>
            </a:pPr>
            <a:r>
              <a:t>With testing, persistence, and observability upgrades, it can evolve toward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